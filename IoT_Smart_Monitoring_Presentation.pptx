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IoT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IoT-based solution for agriculture/aquaculture monitoring and automation.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an IoT system to monitor soil or water parameters and trigger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Agriculture: Soil moisture &amp; temperature → Irrigation alert</a:t>
            </a:r>
          </a:p>
          <a:p>
            <a:r>
              <a:t>Aquaculture: pH &amp; DO → Aeration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→ Edge Device (ESP32/Raspberry Pi) → Gateway → Cloud → Dashboard &amp;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Sensors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Soil Moisture Sensor</a:t>
            </a:r>
          </a:p>
          <a:p>
            <a:r>
              <a:t>• Temperature &amp; Humidity (DHT22)</a:t>
            </a:r>
          </a:p>
          <a:p>
            <a:r>
              <a:t>• Rain Sensor (optional)</a:t>
            </a:r>
          </a:p>
          <a:p>
            <a:r>
              <a:t>• Water Flow Sensor (optional)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collect data → Edge processes → Data sent via MQTT/WiFi → Cloud storage →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soil moisture &lt; 30% → Turn ON motor</a:t>
            </a:r>
          </a:p>
          <a:p>
            <a:r>
              <a:t>Else → Keep 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data, visualizes trends, sends SMS/WhatsApp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{"device_id":"FarmNode01", "soil_moisture":22, "temp":32.5, "motor":"ON"}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 saving, automation, better yield, real-time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